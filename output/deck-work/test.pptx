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9232dcaf94e89" /><Relationship Type="http://schemas.openxmlformats.org/officeDocument/2006/relationships/extended-properties" Target="/docProps/app.xml" Id="R90b985cf11c0465a" /><Relationship Type="http://schemas.openxmlformats.org/officeDocument/2006/relationships/officeDocument" Target="/ppt/presentation.xml" Id="R5b0359c159244a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bf79bb75814aae"/>
  </p:sldMasterIdLst>
  <p:notesMasterIdLst>
    <p:notesMasterId xmlns:r="http://schemas.openxmlformats.org/officeDocument/2006/relationships" r:id="R3eceaacced57483e"/>
  </p:notesMasterIdLst>
  <p:sldIdLst>
    <p:sldId xmlns:r="http://schemas.openxmlformats.org/officeDocument/2006/relationships" id="256" r:id="R651cf54a99e2477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bf79bb75814aae" /><Relationship Type="http://schemas.openxmlformats.org/officeDocument/2006/relationships/theme" Target="/ppt/theme/theme1.xml" Id="R8ce8f84f275942d1" /><Relationship Type="http://schemas.openxmlformats.org/officeDocument/2006/relationships/notesMaster" Target="/ppt/notesMasters/notesMaster1.xml" Id="R3eceaacced57483e" /><Relationship Type="http://schemas.openxmlformats.org/officeDocument/2006/relationships/presProps" Target="/ppt/presProps.xml" Id="Rf1bd48e693e14ec6" /><Relationship Type="http://schemas.openxmlformats.org/officeDocument/2006/relationships/viewProps" Target="/ppt/viewProps.xml" Id="R2673d162e4334e17" /><Relationship Type="http://schemas.openxmlformats.org/officeDocument/2006/relationships/tableStyles" Target="/ppt/tableStyles.xml" Id="Rfd364b79f6654b44" /><Relationship Type="http://schemas.openxmlformats.org/officeDocument/2006/relationships/slide" Target="/ppt/slides/slide1.xml" Id="R651cf54a99e247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a515ddc95ec4f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52a7ab74e14849" /><Relationship Type="http://schemas.openxmlformats.org/officeDocument/2006/relationships/notesMaster" Target="/ppt/notesMasters/notesMaster1.xml" Id="R0f7b420bf11847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a69cd27b3438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5a42298a9c44c2" /><Relationship Type="http://schemas.openxmlformats.org/officeDocument/2006/relationships/slideLayout" Target="/ppt/slideLayouts/slideLayout2.xml" Id="Re58de92f717b40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de92f717b40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6eb6684fc44ef6" /><Relationship Type="http://schemas.openxmlformats.org/officeDocument/2006/relationships/notesSlide" Target="/ppt/notesSlides/notesSlide1.xml" Id="R12898a68a1d840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914343B8-CBBB-4008-830A-3C34085E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658875-34A6-48FB-A4D1-3D68346D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FFFFF"/>
                </a:solidFill>
              </a:defRPr>
            </a:pPr>
            <a:r>
              <a:rPr sz="6000" b="1">
                <a:solidFill>
                  <a:srgbClr val="FFFFFF"/>
                </a:solidFill>
              </a:rPr>
              <a:t>Hello Deck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4424E61-CCA9-47EA-B022-B0FA3BAA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533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67E8F9"/>
                </a:solidFill>
              </a:defRPr>
            </a:pPr>
            <a:r>
              <a:rPr sz="2700">
                <a:solidFill>
                  <a:srgbClr val="67E8F9"/>
                </a:solidFill>
              </a:rPr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808874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2026-04-29T10:26:15.8360000Z</dcterms:created>
  <dcterms:modified xsi:type="dcterms:W3CDTF">2026-04-29T10:26:15.8370000Z</dcterms:modified>
</coreProperties>
</file>